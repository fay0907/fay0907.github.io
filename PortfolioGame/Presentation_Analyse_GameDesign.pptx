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Analyse &amp; Leerdoelen</a:t>
            </a:r>
          </a:p>
          <a:p>
            <a:r>
              <a:rPr sz="1800">
                <a:latin typeface="Calibri"/>
              </a:rPr>
              <a:t>Ontwerp / Functioneel Ontwerp (Game Design)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Scripts: PlayerCharacter.cs &amp; IFightStrategy.cs</a:t>
            </a:r>
          </a:p>
          <a:p>
            <a:r>
              <a:rPr sz="1800">
                <a:latin typeface="Calibri"/>
              </a:rPr>
              <a:t>Korte analyse en aanbevelingen</a:t>
            </a:r>
          </a:p>
          <a:p>
            <a:endParaRPr sz="1800">
              <a:latin typeface="Calibri"/>
            </a:endParaRPr>
          </a:p>
          <a:p>
            <a:r>
              <a:rPr sz="1800">
                <a:latin typeface="Calibri"/>
              </a:rPr>
              <a:t>Datum: 30 oktober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Leerdoelen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 err="1">
                <a:latin typeface="Calibri"/>
              </a:rPr>
              <a:t>Begrijpen</a:t>
            </a:r>
            <a:r>
              <a:rPr sz="1800" dirty="0">
                <a:latin typeface="Calibri"/>
              </a:rPr>
              <a:t> van het Strategy-pattern in gameplay.</a:t>
            </a:r>
          </a:p>
          <a:p>
            <a:pPr>
              <a:defRPr sz="1800"/>
            </a:pPr>
            <a:r>
              <a:rPr sz="1800" dirty="0" err="1">
                <a:latin typeface="Calibri"/>
              </a:rPr>
              <a:t>Verschil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tussen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conceptueel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ontwerp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en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functioneel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ontwerp</a:t>
            </a:r>
            <a:r>
              <a:rPr sz="1800" dirty="0">
                <a:latin typeface="Calibri"/>
              </a:rPr>
              <a:t>.</a:t>
            </a:r>
          </a:p>
          <a:p>
            <a:pPr>
              <a:defRPr sz="1800"/>
            </a:pPr>
            <a:r>
              <a:rPr lang="nl-NL" dirty="0"/>
              <a:t>Conditionele </a:t>
            </a:r>
            <a:r>
              <a:rPr lang="nl-NL" dirty="0" err="1"/>
              <a:t>strategy</a:t>
            </a:r>
            <a:r>
              <a:rPr lang="nl-NL" dirty="0"/>
              <a:t>-selectie (</a:t>
            </a:r>
            <a:r>
              <a:rPr lang="nl-NL" dirty="0" err="1"/>
              <a:t>decision</a:t>
            </a:r>
            <a:r>
              <a:rPr lang="nl-NL" dirty="0"/>
              <a:t> </a:t>
            </a:r>
            <a:r>
              <a:rPr lang="nl-NL" dirty="0" err="1"/>
              <a:t>layer</a:t>
            </a:r>
            <a:r>
              <a:rPr lang="nl-NL" dirty="0"/>
              <a:t>)</a:t>
            </a:r>
          </a:p>
          <a:p>
            <a:pPr>
              <a:defRPr sz="1800"/>
            </a:pPr>
            <a:r>
              <a:rPr lang="nl-NL" dirty="0"/>
              <a:t>Integratie met animatie en UI-feedback</a:t>
            </a:r>
          </a:p>
          <a:p>
            <a:pPr>
              <a:defRPr sz="1800"/>
            </a:pPr>
            <a:r>
              <a:rPr lang="nl-NL" dirty="0"/>
              <a:t>Bouwen van betrouwbare </a:t>
            </a:r>
            <a:r>
              <a:rPr lang="nl-NL" dirty="0" err="1"/>
              <a:t>combat-mechanics</a:t>
            </a:r>
            <a:r>
              <a:rPr lang="nl-NL" dirty="0"/>
              <a:t> met </a:t>
            </a:r>
            <a:r>
              <a:rPr lang="nl-NL" dirty="0" err="1"/>
              <a:t>spelerfeedback</a:t>
            </a:r>
            <a:r>
              <a:rPr lang="nl-NL" dirty="0"/>
              <a:t> en UI-koppeling</a:t>
            </a:r>
            <a:br>
              <a:rPr lang="nl-NL" dirty="0"/>
            </a:br>
            <a:endParaRPr sz="1800" dirty="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Ontwerp / Concept (Game 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latin typeface="Calibri"/>
              </a:rPr>
              <a:t>Doel: responsieve melee-combat met verschillende vechtstijlen.</a:t>
            </a:r>
          </a:p>
          <a:p>
            <a:pPr>
              <a:defRPr sz="1800"/>
            </a:pPr>
            <a:r>
              <a:rPr sz="1800">
                <a:latin typeface="Calibri"/>
              </a:rPr>
              <a:t>Mechanics: aanvallen, blokkeren, schadeberekening, health UI.</a:t>
            </a:r>
          </a:p>
          <a:p>
            <a:pPr>
              <a:defRPr sz="1800"/>
            </a:pPr>
            <a:r>
              <a:rPr sz="1800">
                <a:latin typeface="Calibri"/>
              </a:rPr>
              <a:t>Feedback: visueel (health slider), gameplay (block/attack) en audio/animatie (aanbevolen).</a:t>
            </a:r>
          </a:p>
          <a:p>
            <a:pPr>
              <a:defRPr sz="1800"/>
            </a:pPr>
            <a:r>
              <a:rPr sz="1800">
                <a:latin typeface="Calibri"/>
              </a:rPr>
              <a:t>Balans: damage ranges, cooldowns en hit detection (sweep/overlap).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Functioneel ontwerp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latin typeface="Calibri"/>
              </a:rPr>
              <a:t>Componenten: PlayerCharacter, EnemyCharacter, IFightStrategy (strategies).</a:t>
            </a:r>
          </a:p>
          <a:p>
            <a:pPr>
              <a:defRPr sz="1800"/>
            </a:pPr>
            <a:r>
              <a:rPr sz="1800">
                <a:latin typeface="Calibri"/>
              </a:rPr>
              <a:t>Verantwoordelijkheden: PlayerCharacter = input, UI, health; strategies = aanval/block logica.</a:t>
            </a:r>
          </a:p>
          <a:p>
            <a:pPr>
              <a:defRPr sz="1800"/>
            </a:pPr>
            <a:r>
              <a:rPr sz="1800">
                <a:latin typeface="Calibri"/>
              </a:rPr>
              <a:t>Dataflow: input → select strategy → ExecuteAttack/ExecuteBlock → target.HitHandler(...).</a:t>
            </a:r>
          </a:p>
          <a:p>
            <a:pPr>
              <a:defRPr sz="1800"/>
            </a:pPr>
            <a:r>
              <a:rPr sz="1800">
                <a:latin typeface="Calibri"/>
              </a:rPr>
              <a:t>UI: health slider en game-over canvas gekoppeld aan health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Overzicht van de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latin typeface="Calibri"/>
              </a:rPr>
              <a:t>PlayerCharacter.cs: MonoBehaviour, behandelt input, health, attack detection, UI.</a:t>
            </a:r>
          </a:p>
          <a:p>
            <a:pPr>
              <a:defRPr sz="1800"/>
            </a:pPr>
            <a:r>
              <a:rPr sz="1800">
                <a:latin typeface="Calibri"/>
              </a:rPr>
              <a:t>IFightStrategy.cs: simpele interface met ExecuteAttack, ExecuteBlock en strategyName.</a:t>
            </a:r>
          </a:p>
          <a:p>
            <a:pPr>
              <a:defRPr sz="1800"/>
            </a:pPr>
            <a:r>
              <a:rPr sz="1800">
                <a:latin typeface="Calibri"/>
              </a:rPr>
              <a:t>Opzet lijkt Strategy pattern te gebruiken — goed voor uitbreidbaarheid.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Aanbevelingen &amp; volgende stappen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latin typeface="Calibri"/>
              </a:rPr>
              <a:t>Refactor: verbeter namen, voeg null-checks en input-abstrahering toe.</a:t>
            </a:r>
          </a:p>
          <a:p>
            <a:pPr>
              <a:defRPr sz="1800"/>
            </a:pPr>
            <a:r>
              <a:rPr sz="1800">
                <a:latin typeface="Calibri"/>
              </a:rPr>
              <a:t>Design: maak IFightStrategy als ScriptableObject voor designers.</a:t>
            </a:r>
          </a:p>
          <a:p>
            <a:pPr>
              <a:defRPr sz="1800"/>
            </a:pPr>
            <a:r>
              <a:rPr sz="1800">
                <a:latin typeface="Calibri"/>
              </a:rPr>
              <a:t>Gameplay: voeg cooldowns, animatie-events en audio feedback toe.</a:t>
            </a:r>
          </a:p>
          <a:p>
            <a:pPr>
              <a:defRPr sz="1800"/>
            </a:pPr>
            <a:r>
              <a:rPr sz="1800">
                <a:latin typeface="Calibri"/>
              </a:rPr>
              <a:t>Test: unit tests voor damage calc en integratietests in Unity PlayMode.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Afsluiting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1800">
                <a:latin typeface="Calibri"/>
              </a:rPr>
              <a:t>Wil je dat ik de presentatie uitbreid met:</a:t>
            </a:r>
          </a:p>
          <a:p>
            <a:pPr>
              <a:defRPr sz="1800"/>
            </a:pPr>
            <a:r>
              <a:rPr sz="1800">
                <a:latin typeface="Calibri"/>
              </a:rPr>
              <a:t>- visuele voorbeelden (sprites/animatie),</a:t>
            </a:r>
          </a:p>
          <a:p>
            <a:pPr>
              <a:defRPr sz="1800"/>
            </a:pPr>
            <a:r>
              <a:rPr sz="1800">
                <a:latin typeface="Calibri"/>
              </a:rPr>
              <a:t>- gedetailleerde refactor PR met code,</a:t>
            </a:r>
          </a:p>
          <a:p>
            <a:pPr>
              <a:defRPr sz="1800"/>
            </a:pPr>
            <a:r>
              <a:rPr sz="1800">
                <a:latin typeface="Calibri"/>
              </a:rPr>
              <a:t>- of een slide met UX/UX-mockups?</a:t>
            </a:r>
          </a:p>
          <a:p>
            <a:pPr>
              <a:defRPr sz="1800"/>
            </a:pPr>
            <a:endParaRPr sz="1800">
              <a:latin typeface="Calibri"/>
            </a:endParaRPr>
          </a:p>
          <a:p>
            <a:pPr>
              <a:defRPr sz="1800"/>
            </a:pPr>
            <a:r>
              <a:rPr sz="1800">
                <a:latin typeface="Calibri"/>
              </a:rPr>
              <a:t>Laat weten welke toevoegingen je wilt; ik pas de PPT aan.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320</Words>
  <Application>Microsoft Office PowerPoint</Application>
  <PresentationFormat>Diavoorstelling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Analyse &amp; Leerdoelen Ontwerp / Functioneel Ontwerp (Game Design)</vt:lpstr>
      <vt:lpstr>Leerdoelen</vt:lpstr>
      <vt:lpstr>Ontwerp / Concept (Game Design)</vt:lpstr>
      <vt:lpstr>Functioneel ontwerp</vt:lpstr>
      <vt:lpstr>Overzicht van de scripts</vt:lpstr>
      <vt:lpstr>Aanbevelingen &amp; volgende stappen</vt:lpstr>
      <vt:lpstr>Afsluiting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Fayline Kramer</dc:creator>
  <cp:keywords/>
  <dc:description>generated using python-pptx</dc:description>
  <cp:lastModifiedBy>Fayline Kramer</cp:lastModifiedBy>
  <cp:revision>2</cp:revision>
  <dcterms:created xsi:type="dcterms:W3CDTF">2013-01-27T09:14:16Z</dcterms:created>
  <dcterms:modified xsi:type="dcterms:W3CDTF">2025-11-13T18:14:08Z</dcterms:modified>
  <cp:category/>
</cp:coreProperties>
</file>